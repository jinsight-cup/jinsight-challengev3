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436" y="96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-1299155" y="2064235"/>
            <a:ext cx="13915610" cy="1708366"/>
            <a:chOff x="-2801565" y="1957555"/>
            <a:chExt cx="13915610" cy="1708366"/>
          </a:xfrm>
        </p:grpSpPr>
        <p:grpSp>
          <p:nvGrpSpPr>
            <p:cNvPr id="9" name="组合 8"/>
            <p:cNvGrpSpPr/>
            <p:nvPr/>
          </p:nvGrpSpPr>
          <p:grpSpPr>
            <a:xfrm>
              <a:off x="-2801565" y="2103852"/>
              <a:ext cx="12042843" cy="1530571"/>
              <a:chOff x="680937" y="1286729"/>
              <a:chExt cx="12042843" cy="1530571"/>
            </a:xfrm>
          </p:grpSpPr>
          <p:sp>
            <p:nvSpPr>
              <p:cNvPr id="3" name="文本框 2"/>
              <p:cNvSpPr txBox="1"/>
              <p:nvPr/>
            </p:nvSpPr>
            <p:spPr>
              <a:xfrm>
                <a:off x="758754" y="1286729"/>
                <a:ext cx="11965026" cy="706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:r>
                  <a:rPr lang="en-US" altLang="zh-CN" sz="4000" b="1" kern="100" dirty="0">
                    <a:solidFill>
                      <a:schemeClr val="tx1"/>
                    </a:solidFill>
                    <a:effectLst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ICIG2026“</a:t>
                </a:r>
                <a:r>
                  <a:rPr lang="zh-CN" altLang="en-US" sz="4000" b="1" kern="100" dirty="0">
                    <a:solidFill>
                      <a:schemeClr val="tx1"/>
                    </a:solidFill>
                    <a:effectLst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金睛杯”光学时敏弱小目标探测挑战赛</a:t>
                </a:r>
                <a:endParaRPr lang="zh-CN" altLang="en-US" sz="4000" b="1" kern="100" dirty="0">
                  <a:solidFill>
                    <a:schemeClr val="tx1"/>
                  </a:solidFill>
                  <a:effectLst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680937" y="2295330"/>
                <a:ext cx="11965026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The 14th International Conference on Image and Graphics 2026</a:t>
                </a:r>
                <a:endParaRPr kumimoji="0" lang="en-US" altLang="zh-CN" sz="2800" b="1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" name="直接连接符 6"/>
              <p:cNvCxnSpPr/>
              <p:nvPr/>
            </p:nvCxnSpPr>
            <p:spPr>
              <a:xfrm>
                <a:off x="758753" y="2144972"/>
                <a:ext cx="11965026" cy="0"/>
              </a:xfrm>
              <a:prstGeom prst="line">
                <a:avLst/>
              </a:prstGeom>
              <a:ln w="762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11" name="图片 10" descr="徽标&#10;&#10;AI 生成的内容可能不正确。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15755" y="1957555"/>
              <a:ext cx="1698290" cy="170836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WPS 演示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Times New Roman</vt:lpstr>
      <vt:lpstr>黑体</vt:lpstr>
      <vt:lpstr>微软雅黑</vt:lpstr>
      <vt:lpstr>Arial Unicode MS</vt:lpstr>
      <vt:lpstr>等线 Light</vt:lpstr>
      <vt:lpstr>等线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K59585</dc:creator>
  <cp:lastModifiedBy>宁静致远</cp:lastModifiedBy>
  <cp:revision>3</cp:revision>
  <dcterms:created xsi:type="dcterms:W3CDTF">2025-05-25T07:29:00Z</dcterms:created>
  <dcterms:modified xsi:type="dcterms:W3CDTF">2026-05-13T03:31:29Z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CDAE61CC3FA942FFADD44E36A5C6B9F4_12</vt:lpwstr>
  </property>
</Properties>
</file>