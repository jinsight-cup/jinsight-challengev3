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436" y="9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A9FDD-CF43-4C71-95C3-5F10145971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FCAFA-CD99-40ED-A732-BC4E3C8E61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801565" y="1899682"/>
            <a:ext cx="15690444" cy="1766239"/>
            <a:chOff x="-2801565" y="1899682"/>
            <a:chExt cx="15690444" cy="1766239"/>
          </a:xfrm>
        </p:grpSpPr>
        <p:grpSp>
          <p:nvGrpSpPr>
            <p:cNvPr id="9" name="组合 8"/>
            <p:cNvGrpSpPr/>
            <p:nvPr/>
          </p:nvGrpSpPr>
          <p:grpSpPr>
            <a:xfrm>
              <a:off x="-2801565" y="2103852"/>
              <a:ext cx="12042843" cy="1530571"/>
              <a:chOff x="680937" y="1286729"/>
              <a:chExt cx="12042843" cy="1530571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758754" y="1286729"/>
                <a:ext cx="11965026" cy="706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:r>
                  <a:rPr lang="en-US" altLang="zh-CN" sz="4000" b="1" kern="100" dirty="0">
                    <a:effectLst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CSIG2026 </a:t>
                </a:r>
                <a:r>
                  <a:rPr lang="zh-CN" altLang="en-US" sz="4000" b="1" kern="1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“金晴杯”光学时敏弱小目标探测挑战赛</a:t>
                </a:r>
                <a:endParaRPr lang="zh-CN" altLang="en-US" sz="4000" b="1" kern="100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680937" y="2295330"/>
                <a:ext cx="11965026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 7th  Chinese Conference on China Society of Image and Graphics 2026</a:t>
                </a:r>
                <a:endParaRPr kumimoji="0" lang="zh-CN" altLang="zh-CN" sz="2800" b="1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" name="直接连接符 6"/>
              <p:cNvCxnSpPr/>
              <p:nvPr/>
            </p:nvCxnSpPr>
            <p:spPr>
              <a:xfrm>
                <a:off x="758753" y="2144972"/>
                <a:ext cx="11965026" cy="0"/>
              </a:xfrm>
              <a:prstGeom prst="line">
                <a:avLst/>
              </a:prstGeom>
              <a:ln w="762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11" name="图片 10" descr="徽标&#10;&#10;AI 生成的内容可能不正确。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5755" y="1957555"/>
              <a:ext cx="1698290" cy="1708366"/>
            </a:xfrm>
            <a:prstGeom prst="rect">
              <a:avLst/>
            </a:prstGeom>
          </p:spPr>
        </p:pic>
        <p:pic>
          <p:nvPicPr>
            <p:cNvPr id="14" name="图片 13" descr="徽标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0" t="15035" r="26423" b="11206"/>
            <a:stretch>
              <a:fillRect/>
            </a:stretch>
          </p:blipFill>
          <p:spPr>
            <a:xfrm>
              <a:off x="11163397" y="1899682"/>
              <a:ext cx="1725482" cy="17662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黑体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K59585</dc:creator>
  <cp:lastModifiedBy>宁静致远</cp:lastModifiedBy>
  <cp:revision>2</cp:revision>
  <dcterms:created xsi:type="dcterms:W3CDTF">2025-05-25T07:29:00Z</dcterms:created>
  <dcterms:modified xsi:type="dcterms:W3CDTF">2026-05-19T07:41:57Z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36FBB159B65C44539E940D8AE053E0DC_12</vt:lpwstr>
  </property>
  <property fmtid="{D5CDD505-2E9C-101B-9397-08002B2CF9AE}" pid="3" name="KSOProductBuildVer">
    <vt:lpwstr>2052-12.1.0.26375</vt:lpwstr>
  </property>
</Properties>
</file>